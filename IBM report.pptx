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32269" y="1423313"/>
            <a:ext cx="9999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Employee Attrition Analysis &amp; Prediction Using Machine Learning</a:t>
            </a:r>
            <a:endParaRPr lang="en-IN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39167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Business Problem</a:t>
            </a: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CA10E-CF58-AF09-C1A3-4322C8B8FC0C}"/>
              </a:ext>
            </a:extLst>
          </p:cNvPr>
          <p:cNvSpPr txBox="1"/>
          <p:nvPr/>
        </p:nvSpPr>
        <p:spPr>
          <a:xfrm>
            <a:off x="1061882" y="1182674"/>
            <a:ext cx="9232490" cy="500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Problem Statement: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Employee attrition increases hiring and training costs.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Identifying employees at risk can help HR take preventive actions.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Objective: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Analyze factors affecting attrition.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Build a machine learning model to predict attrition.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Create an interactive Power BI dashboard for HR insights.</a:t>
            </a:r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591231" y="30480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&amp; Features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B3DE39-C49F-FB9E-0F2F-725916861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299" y="1743154"/>
            <a:ext cx="5403146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1470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 35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Attrition (Yes/No)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F1ECAE-F5B6-8266-6F3C-D01829CE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299" y="3368687"/>
            <a:ext cx="3371436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16% employees left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84% stayed</a:t>
            </a:r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2664541" y="147484"/>
            <a:ext cx="6862917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 Preprocessing &amp; EDA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45E82-222A-159B-54C8-0E3FFC1D5CCB}"/>
              </a:ext>
            </a:extLst>
          </p:cNvPr>
          <p:cNvSpPr txBox="1"/>
          <p:nvPr/>
        </p:nvSpPr>
        <p:spPr>
          <a:xfrm>
            <a:off x="629263" y="1292374"/>
            <a:ext cx="11985523" cy="500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Preprocessing: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Removed irrelevant columns (</a:t>
            </a:r>
            <a:r>
              <a:rPr lang="en-US" sz="2400" b="1" dirty="0" err="1"/>
              <a:t>EmployeeNumber</a:t>
            </a:r>
            <a:r>
              <a:rPr lang="en-US" sz="2400" b="1" dirty="0"/>
              <a:t>, </a:t>
            </a:r>
            <a:r>
              <a:rPr lang="en-US" sz="2400" b="1" dirty="0" err="1"/>
              <a:t>EmployeeCount</a:t>
            </a:r>
            <a:r>
              <a:rPr lang="en-US" sz="2400" b="1" dirty="0"/>
              <a:t>, etc.)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Encoded categorical variables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Handled class imbalance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Train-test split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Key Insights from EDA: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Employees working overtime have higher attrition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Lower income correlates with higher attrition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Early-career employees are more likely to leave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3583857" y="363794"/>
            <a:ext cx="5383162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Feature Importance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BBE92-C390-AE48-89E5-9944B913AF03}"/>
              </a:ext>
            </a:extLst>
          </p:cNvPr>
          <p:cNvSpPr txBox="1"/>
          <p:nvPr/>
        </p:nvSpPr>
        <p:spPr>
          <a:xfrm>
            <a:off x="1632155" y="1599239"/>
            <a:ext cx="6096000" cy="3344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Top Contributing Features: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OverTime</a:t>
            </a:r>
            <a:endParaRPr lang="en-US" sz="24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MonthlyIncome</a:t>
            </a:r>
            <a:endParaRPr lang="en-US" sz="24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JobRole</a:t>
            </a:r>
            <a:endParaRPr lang="en-US" sz="24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YearsAtCompany</a:t>
            </a:r>
            <a:endParaRPr lang="en-US" sz="24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JobSatisfaction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294968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Interactive HR Dashboard (Power BI)</a:t>
            </a:r>
            <a:endParaRPr lang="en-US" sz="4000"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7B6BE-ACF1-3F3D-C715-8B06E1C66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934" y="1759234"/>
            <a:ext cx="4618572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rate by Department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Overtime vs Attrition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 distribution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Role vs Attrition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for HR analysis</a:t>
            </a:r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219B-16BC-6A22-DF63-0A41B8D2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478"/>
            <a:ext cx="12192000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65DC5-E1C4-9B2C-D565-D6FB28033884}"/>
              </a:ext>
            </a:extLst>
          </p:cNvPr>
          <p:cNvSpPr txBox="1"/>
          <p:nvPr/>
        </p:nvSpPr>
        <p:spPr>
          <a:xfrm>
            <a:off x="1052052" y="1201948"/>
            <a:ext cx="11139948" cy="445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Key Findings: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Overtime strongly increases attrition risk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Lower income employees show higher turnover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Early-career employees are more likely to leave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Recommendations: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Improve work-life balance policies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Review compensation for high-risk roles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Implement retention programs for new employees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47FC8-B870-4F14-49AD-A9481C4B2C7C}"/>
              </a:ext>
            </a:extLst>
          </p:cNvPr>
          <p:cNvSpPr txBox="1"/>
          <p:nvPr/>
        </p:nvSpPr>
        <p:spPr>
          <a:xfrm>
            <a:off x="1052052" y="5656052"/>
            <a:ext cx="11139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Predictive analytics enables proactive employee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139492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0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3FBC6-1299-5BC4-59DE-8248A8EB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142" y="1826995"/>
            <a:ext cx="735970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NumPy, Scikit-learn)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&amp; DAX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CSV-based analytics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908C1-B58A-9263-7CBC-4A1BF6048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33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E7FF6-FD56-27D8-B35D-D57602214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8555"/>
            <a:ext cx="12192000" cy="3549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9ADC96-E48E-FC7D-39B1-65B16D694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30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D6AFB-5085-6FF8-1894-6D5BB878C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7576"/>
            <a:ext cx="12192000" cy="3700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C7B075-2D91-8F60-FFAE-187FA0F94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5930"/>
            <a:ext cx="12192000" cy="1661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2567A4-D9AD-9BC6-26EC-B2C4B9DFF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73D6C-4D7A-6256-70B8-8F2DCDD01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4418"/>
            <a:ext cx="12192000" cy="4313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8A021C-DB38-F658-1691-D8A4C7949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54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F0D0F-9899-3BEB-B99E-F3ABDC9D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" y="3625613"/>
            <a:ext cx="12192000" cy="3232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1F339-987A-FA4A-78ED-649B0EC52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6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DE0B1-B075-3AC0-2514-A9497D904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451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9D432F-2ECD-DE1F-E1D8-74971F4E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1799"/>
            <a:ext cx="12192000" cy="49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3B14-225E-9A16-C456-9A5FB3A2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D9003-36AC-33EB-E649-32968A18F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66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66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BCC81-AE95-9308-7C99-221468558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93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79</TotalTime>
  <Words>255</Words>
  <Application>Microsoft Office PowerPoint</Application>
  <PresentationFormat>Widescreen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3</cp:revision>
  <dcterms:created xsi:type="dcterms:W3CDTF">2026-02-07T13:10:56Z</dcterms:created>
  <dcterms:modified xsi:type="dcterms:W3CDTF">2026-02-19T13:26:21Z</dcterms:modified>
</cp:coreProperties>
</file>